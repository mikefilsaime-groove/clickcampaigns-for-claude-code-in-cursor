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B6D4"/>
                </a:solidFill>
              </a:rPr>
              <a:t>Starting Soon...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Make 2026 Your AI-Powered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Marketing Suite Year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Type in chat: What software are you currently using?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Make 2026 Your AI-Powered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Marketing Suite Year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</a:rPr>
              <a:t>How to Run Your Entire Business From ONE Platform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You'll Discover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Why the "duct-tape tech stack" is costing you more than money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The NEW model that smartest entrepreneurs are switching to in 2026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The exact platform that lets you run your ENTIRE business from one dashboard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 special offer only available to webinar attendees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Type "YES" in the chat if you're ready to dive in!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Who Is Mike Filsaime?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20+ Years Building Software for Entrepreneurs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Groove.cm</a:t>
            </a:r>
            <a:endParaRPr lang="en-US" sz="20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Kartra</a:t>
            </a:r>
            <a:endParaRPr lang="en-US" sz="20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WebinarJam</a:t>
            </a:r>
            <a:endParaRPr lang="en-US" sz="20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EverWebinar</a:t>
            </a:r>
            <a:endParaRPr lang="en-US" sz="20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Courses.gg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0" y="20116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Used by millions of entrepreneurs worldwide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$100M+ in product sales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 Know What You're Going 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Because I've been there too...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"Duct Tape Tech Stack"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ClickFunnels for funnels</a:t>
            </a:r>
            <a:endParaRPr lang="en-US" sz="18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ActiveCampaign for email</a:t>
            </a:r>
            <a:endParaRPr lang="en-US" sz="18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Kajabi for courses</a:t>
            </a:r>
            <a:endParaRPr lang="en-US" sz="18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GoHighLevel for CRM</a:t>
            </a:r>
            <a:endParaRPr lang="en-US" sz="18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Calendly for scheduling</a:t>
            </a:r>
            <a:endParaRPr lang="en-US" sz="18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SamCart for checkout</a:t>
            </a:r>
            <a:endParaRPr lang="en-US" sz="18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Zoom for webinars</a:t>
            </a:r>
            <a:endParaRPr lang="en-US" sz="18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Skool for community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8+ platforms that don't talk to each other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True Cost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ClickFunnels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$147/mo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Kajabi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$149/mo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GoHighLevel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$297/mo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ActiveCampaign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$49/mo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SamCart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$99/mo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Calendly Pro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$12/mo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EverWebinar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$42/mo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Skool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$99/mo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828800"/>
            <a:ext cx="3200400" cy="137160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0" y="18288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$1,000+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 month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</a:rPr>
              <a:t>$12,000+ per year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It's Not Just Money...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TIME: Hours managing tools, setting up integrations, troubleshooting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ENERGY: Mental load of switching dashboards, stress of broken systems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GROWTH: Every hour on tech = hour NOT on strategy and clients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OPPORTUNITIES: Campaigns you didn't launch because tech was too hard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This Is NOT Your Fault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The software industry WANTS you fragmented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"There Has To Be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 Better Way"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If you've ever had that thought... today is your answer.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</a:rPr>
              <a:t>The New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One Platform.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Everything You Need.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No integrations. No Zapier. No praying things don't break.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</a:rPr>
              <a:t>Introducing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Scale Plus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F6"/>
                </a:solidFill>
              </a:rPr>
              <a:t>The Only TRUE All-in-One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25+ integrated applications. One platform. One price.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Groove.cm Foundation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GrooveFunnels - Complete funnels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GroovePages - Website builder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GrooveSell - Zero-fee checkout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GrooveMail - Email automation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GrooveMember - Courses &amp; memberships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GrooveWebinar - Automated webinars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GrooveAffiliate - Affiliate programs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GrooveVideo - Video hosting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GrooveBlog - SEO blogging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GrooveKart - E-commerce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GrooveProof - Social proof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GrooveForms &amp; Pop-Ups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AI-Powered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ClickCampaigns.ai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3716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Complete campaigns in minutes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ChatBaser.ai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0" y="1965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24/7 AI chatbots for your business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BrandBaser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On-brand content generation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HighTicketGPT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31546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VSL scripts &amp; webinar copy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ScaleGPT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749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Custom AI assistants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Your unfair advantage in 2026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CRM &amp; Business Operations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PipeLeads.ai CRM - Pipeline management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PipeLeads.ai LeadFinder - Find prospects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Invoicer - Professional billing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CalendarBug - Online scheduling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FunnelMapper.io - Visual planning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QuizFunnels - Lead qualification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Courses.gg - Zero platform fees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TinyEmail Partnership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64592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FREE Plan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15,000 emails/month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500 contacts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1645920"/>
          </a:xfrm>
          <a:prstGeom prst="roundRect">
            <a:avLst>
              <a:gd name="adj" fmla="val 8333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Upgraded: $14.97/mo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200,000 emails/month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Unlimited contacts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C55E"/>
                </a:solidFill>
              </a:rPr>
              <a:t>96% off normal pricing ($450/mo value)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</a:rPr>
              <a:t>25+ Applications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One Platform. One Login.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Everything designed to work together because it was BUILT together.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3840480"/>
            <a:ext cx="4572000" cy="731520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Type "ALL IN ONE" in the chat!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Who Is Scale Plus For?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Digital Marketers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Course creators, info product sellers, funnel builders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Client Service Pros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Coaches, consultants, agency owners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New Entrepreneurs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Just getting started - don't waste money learning expensive tools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Marc's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5CF6"/>
                </a:solidFill>
              </a:rPr>
              <a:t>Digital Marketing Business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Running 5 different platforms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Paying $600+/month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Switched to Scale Plus in 2 weeks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Software costs dropped 80%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Got his TIME back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Robyn's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5CF6"/>
                </a:solidFill>
              </a:rPr>
              <a:t>Executive Coach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Drowning in admin work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Manual follow-ups and spreadsheets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Now has automated onboarding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Recurring invoicing set up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"Finally running my business, not the other way around"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Tom's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5CF6"/>
                </a:solidFill>
              </a:rPr>
              <a:t>Marketing Agency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Skeptical of "all-in-one" promises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Entire team migrated in 2 weeks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Uses CRM, invoicing, email, funnels</a:t>
            </a:r>
            <a:endParaRPr lang="en-US" sz="18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"First platform that actually delivers"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By The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11680" cy="219456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100,000+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Entrepreneurs served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2011680" cy="219456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20+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26517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Years of experience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645920"/>
            <a:ext cx="2011680" cy="219456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$100M+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Products sold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1645920"/>
            <a:ext cx="2011680" cy="219456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Millions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26517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Courses delivered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Proven technology, refined over two decades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Would All This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Be Worth?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$1,000+/month if bought separately... $12,000+/year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The 2026 Fresh Start Offer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$497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For Your Entire First Year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That's 70% OFF  |  Just $41.42/month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Your Savings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Regular Price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trike="sngStrike" dirty="0">
                <a:solidFill>
                  <a:srgbClr val="1E293B"/>
                </a:solidFill>
              </a:rPr>
              <a:t>$1,788/year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Your Price Today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$497/year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286000" y="3200400"/>
            <a:ext cx="4572000" cy="1097280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 Save $1,291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860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in year one alone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Compared to separate tools: Save $10,000+/year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Everything Included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GrooveFunnels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097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GroovePages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097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GrooveSell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GrooveMail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GrooveMember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GrooveWebinar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GrooveAffiliate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8653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GrooveVideo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8653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GrooveBlog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ClickCampaigns.ai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2494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ChatBaser.ai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2494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BrandBaser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HighTicketGPT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6334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ScaleGPT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6334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PipeLeads CRM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LeadFinder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Invoicer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CalendarBug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FunnelMapper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4015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QuizFunnels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4015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Courses.gg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78561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+ TinyEmail Free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86000" y="429768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4297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All for just $497/year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097280"/>
            <a:ext cx="2743200" cy="2743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6459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30-Day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Money-Back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Guarantee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No questions asked. No hoops.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</a:rPr>
              <a:t>You have nothing to lose.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This Matters for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2026 is a pivotal year for online business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AI is changing everything - the right tools = pull ahead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Still duct-taping platforms? You'll struggle.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70% off for a full year - only during this launch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After launch: price goes back to $149/month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Two Paths Forward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256032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Choice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Close this webinar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Keep paying $1,000+/month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Keep troubleshooting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Hope something changes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2560320"/>
          </a:xfrm>
          <a:prstGeom prst="roundRect">
            <a:avLst>
              <a:gd name="adj" fmla="val 5357"/>
            </a:avLst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Choice 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Join Scale Plus for $497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Cancel other subscriptions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Start 2026 with clarity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Money back in your pocket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Get Scale Plus Now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828800" y="2560320"/>
            <a:ext cx="548640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5603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</a:rPr>
              <a:t>$497/Year - Click Below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30-Day Guarantee  |  Instant Access  |  Cancel Anytime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Common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How long to set up?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06240" y="1234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First funnel live within a 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Can I import existing stuff?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1828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Yes - migration tools &amp; support included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What if I need help?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2423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Full support, tutorials, and community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Really one-time for the year?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3017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Yes. $497 covers full first year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What's the catch?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3611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No catch. We succeed when you succeed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2026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Starts Now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Click the button. Join Scale Plus. Make 2026 different.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</a:rPr>
              <a:t>Click Below to Get Started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Let's make 2026 incredible.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2026 Your AI-Powered Marketing Suite Year</dc:title>
  <dc:subject>PptxGenJS Presentation</dc:subject>
  <dc:creator>Mike Filsaime</dc:creator>
  <cp:lastModifiedBy>Mike Filsaime</cp:lastModifiedBy>
  <cp:revision>1</cp:revision>
  <dcterms:created xsi:type="dcterms:W3CDTF">2026-01-28T04:01:23Z</dcterms:created>
  <dcterms:modified xsi:type="dcterms:W3CDTF">2026-01-28T04:01:23Z</dcterms:modified>
</cp:coreProperties>
</file>